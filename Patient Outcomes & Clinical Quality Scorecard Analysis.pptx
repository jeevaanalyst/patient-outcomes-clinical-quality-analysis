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96" d="100"/>
          <a:sy n="96" d="100"/>
        </p:scale>
        <p:origin x="-86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PatientOutcomesClinicalQualityScorecardAnalysis/HospitalOperationsandFinancialAnalytic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xmlns="" id="{467B075D-02C7-4981-A1FE-EABD29732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Patient Outcomes &amp; Clinical Quality Scorecard Analysis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xmlns="" id="{CB63B478-9C42-484C-89D6-431A4A5C2F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File created on: 6/19/2026 8:47:19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Hospital Operations and Financial Analytics ">
            <a:extLst>
              <a:ext uri="{FF2B5EF4-FFF2-40B4-BE49-F238E27FC236}">
                <a16:creationId xmlns:a16="http://schemas.microsoft.com/office/drawing/2014/main" xmlns="" id="{B3DF0FD8-6BC2-471C-B01F-1F961680E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4179"/>
            <a:ext cx="12192000" cy="470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Patient Outcomes &amp; Clinical Quality Scorecard Analysis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Outcomes &amp; Clinical Quality Scorecard Analysis</dc:title>
  <dc:creator/>
  <cp:lastModifiedBy>Jeeva D</cp:lastModifiedBy>
  <cp:revision>1</cp:revision>
  <dcterms:created xsi:type="dcterms:W3CDTF">2026-06-19T08:47:19Z</dcterms:created>
  <dcterms:modified xsi:type="dcterms:W3CDTF">2026-06-19T08:48:46Z</dcterms:modified>
</cp:coreProperties>
</file>